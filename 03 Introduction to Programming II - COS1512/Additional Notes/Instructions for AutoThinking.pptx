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64" r:id="rId5"/>
    <p:sldId id="263" r:id="rId6"/>
    <p:sldId id="257" r:id="rId7"/>
    <p:sldId id="258" r:id="rId8"/>
    <p:sldId id="259" r:id="rId9"/>
    <p:sldId id="260" r:id="rId10"/>
    <p:sldId id="262"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3" autoAdjust="0"/>
    <p:restoredTop sz="94660"/>
  </p:normalViewPr>
  <p:slideViewPr>
    <p:cSldViewPr snapToGrid="0">
      <p:cViewPr varScale="1">
        <p:scale>
          <a:sx n="84" d="100"/>
          <a:sy n="84" d="100"/>
        </p:scale>
        <p:origin x="518"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D46AE-13B2-4815-BB30-8A749F669A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429AB6B-0745-492B-8DC0-D2FBF6A4B8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43CFC8-982C-400E-80DE-5B430D022A21}"/>
              </a:ext>
            </a:extLst>
          </p:cNvPr>
          <p:cNvSpPr>
            <a:spLocks noGrp="1"/>
          </p:cNvSpPr>
          <p:nvPr>
            <p:ph type="dt" sz="half" idx="10"/>
          </p:nvPr>
        </p:nvSpPr>
        <p:spPr/>
        <p:txBody>
          <a:bodyPr/>
          <a:lstStyle/>
          <a:p>
            <a:fld id="{5FFDB06B-A478-41AF-BED2-95D293E9E3E3}" type="datetimeFigureOut">
              <a:rPr lang="en-US" smtClean="0"/>
              <a:t>3/3/2022</a:t>
            </a:fld>
            <a:endParaRPr lang="en-US"/>
          </a:p>
        </p:txBody>
      </p:sp>
      <p:sp>
        <p:nvSpPr>
          <p:cNvPr id="5" name="Footer Placeholder 4">
            <a:extLst>
              <a:ext uri="{FF2B5EF4-FFF2-40B4-BE49-F238E27FC236}">
                <a16:creationId xmlns:a16="http://schemas.microsoft.com/office/drawing/2014/main" id="{7C32A1EF-9107-49AF-9CF6-B37830C90E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80B754-4779-4883-B831-AC3D0DCBCDB0}"/>
              </a:ext>
            </a:extLst>
          </p:cNvPr>
          <p:cNvSpPr>
            <a:spLocks noGrp="1"/>
          </p:cNvSpPr>
          <p:nvPr>
            <p:ph type="sldNum" sz="quarter" idx="12"/>
          </p:nvPr>
        </p:nvSpPr>
        <p:spPr/>
        <p:txBody>
          <a:bodyPr/>
          <a:lstStyle/>
          <a:p>
            <a:fld id="{5191EA2F-D876-4852-892C-AF5640570552}" type="slidenum">
              <a:rPr lang="en-US" smtClean="0"/>
              <a:t>‹#›</a:t>
            </a:fld>
            <a:endParaRPr lang="en-US"/>
          </a:p>
        </p:txBody>
      </p:sp>
    </p:spTree>
    <p:extLst>
      <p:ext uri="{BB962C8B-B14F-4D97-AF65-F5344CB8AC3E}">
        <p14:creationId xmlns:p14="http://schemas.microsoft.com/office/powerpoint/2010/main" val="4268499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7D35F-9CF5-47F3-BFC5-D7025A3572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2AF7E3-9B54-413E-9105-3B8CE6C0A5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4E3BBC-2503-4B4A-83E1-DC58D2043E28}"/>
              </a:ext>
            </a:extLst>
          </p:cNvPr>
          <p:cNvSpPr>
            <a:spLocks noGrp="1"/>
          </p:cNvSpPr>
          <p:nvPr>
            <p:ph type="dt" sz="half" idx="10"/>
          </p:nvPr>
        </p:nvSpPr>
        <p:spPr/>
        <p:txBody>
          <a:bodyPr/>
          <a:lstStyle/>
          <a:p>
            <a:fld id="{5FFDB06B-A478-41AF-BED2-95D293E9E3E3}" type="datetimeFigureOut">
              <a:rPr lang="en-US" smtClean="0"/>
              <a:t>3/3/2022</a:t>
            </a:fld>
            <a:endParaRPr lang="en-US"/>
          </a:p>
        </p:txBody>
      </p:sp>
      <p:sp>
        <p:nvSpPr>
          <p:cNvPr id="5" name="Footer Placeholder 4">
            <a:extLst>
              <a:ext uri="{FF2B5EF4-FFF2-40B4-BE49-F238E27FC236}">
                <a16:creationId xmlns:a16="http://schemas.microsoft.com/office/drawing/2014/main" id="{6A8ABC69-1E65-4826-82C0-4EA82B09EB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090461-32CF-46FC-8E86-385754FCE5CF}"/>
              </a:ext>
            </a:extLst>
          </p:cNvPr>
          <p:cNvSpPr>
            <a:spLocks noGrp="1"/>
          </p:cNvSpPr>
          <p:nvPr>
            <p:ph type="sldNum" sz="quarter" idx="12"/>
          </p:nvPr>
        </p:nvSpPr>
        <p:spPr/>
        <p:txBody>
          <a:bodyPr/>
          <a:lstStyle/>
          <a:p>
            <a:fld id="{5191EA2F-D876-4852-892C-AF5640570552}" type="slidenum">
              <a:rPr lang="en-US" smtClean="0"/>
              <a:t>‹#›</a:t>
            </a:fld>
            <a:endParaRPr lang="en-US"/>
          </a:p>
        </p:txBody>
      </p:sp>
    </p:spTree>
    <p:extLst>
      <p:ext uri="{BB962C8B-B14F-4D97-AF65-F5344CB8AC3E}">
        <p14:creationId xmlns:p14="http://schemas.microsoft.com/office/powerpoint/2010/main" val="2744866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F428-377B-4BA8-84A3-34496CCF57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ACC4225-EF93-4BF4-98A2-22F73ED5F7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769FEA-9714-4133-B23A-EAE77B7A3AC6}"/>
              </a:ext>
            </a:extLst>
          </p:cNvPr>
          <p:cNvSpPr>
            <a:spLocks noGrp="1"/>
          </p:cNvSpPr>
          <p:nvPr>
            <p:ph type="dt" sz="half" idx="10"/>
          </p:nvPr>
        </p:nvSpPr>
        <p:spPr/>
        <p:txBody>
          <a:bodyPr/>
          <a:lstStyle/>
          <a:p>
            <a:fld id="{5FFDB06B-A478-41AF-BED2-95D293E9E3E3}" type="datetimeFigureOut">
              <a:rPr lang="en-US" smtClean="0"/>
              <a:t>3/3/2022</a:t>
            </a:fld>
            <a:endParaRPr lang="en-US"/>
          </a:p>
        </p:txBody>
      </p:sp>
      <p:sp>
        <p:nvSpPr>
          <p:cNvPr id="5" name="Footer Placeholder 4">
            <a:extLst>
              <a:ext uri="{FF2B5EF4-FFF2-40B4-BE49-F238E27FC236}">
                <a16:creationId xmlns:a16="http://schemas.microsoft.com/office/drawing/2014/main" id="{9F535F5A-4D96-4CF8-BFC5-50FBF80D90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88A7DA-F255-4D41-98F2-86419A7F1C26}"/>
              </a:ext>
            </a:extLst>
          </p:cNvPr>
          <p:cNvSpPr>
            <a:spLocks noGrp="1"/>
          </p:cNvSpPr>
          <p:nvPr>
            <p:ph type="sldNum" sz="quarter" idx="12"/>
          </p:nvPr>
        </p:nvSpPr>
        <p:spPr/>
        <p:txBody>
          <a:bodyPr/>
          <a:lstStyle/>
          <a:p>
            <a:fld id="{5191EA2F-D876-4852-892C-AF5640570552}" type="slidenum">
              <a:rPr lang="en-US" smtClean="0"/>
              <a:t>‹#›</a:t>
            </a:fld>
            <a:endParaRPr lang="en-US"/>
          </a:p>
        </p:txBody>
      </p:sp>
    </p:spTree>
    <p:extLst>
      <p:ext uri="{BB962C8B-B14F-4D97-AF65-F5344CB8AC3E}">
        <p14:creationId xmlns:p14="http://schemas.microsoft.com/office/powerpoint/2010/main" val="1568815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56BE0-9B07-4BE3-84B0-FA408311BC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9CA9A3-F35C-4230-BFDC-889B999C75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A540C7-6A12-491B-9116-7344BCACC5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CB0521-B1CD-43D1-AC9C-7A1B05C61F08}"/>
              </a:ext>
            </a:extLst>
          </p:cNvPr>
          <p:cNvSpPr>
            <a:spLocks noGrp="1"/>
          </p:cNvSpPr>
          <p:nvPr>
            <p:ph type="dt" sz="half" idx="10"/>
          </p:nvPr>
        </p:nvSpPr>
        <p:spPr/>
        <p:txBody>
          <a:bodyPr/>
          <a:lstStyle/>
          <a:p>
            <a:fld id="{5FFDB06B-A478-41AF-BED2-95D293E9E3E3}" type="datetimeFigureOut">
              <a:rPr lang="en-US" smtClean="0"/>
              <a:t>3/3/2022</a:t>
            </a:fld>
            <a:endParaRPr lang="en-US"/>
          </a:p>
        </p:txBody>
      </p:sp>
      <p:sp>
        <p:nvSpPr>
          <p:cNvPr id="6" name="Footer Placeholder 5">
            <a:extLst>
              <a:ext uri="{FF2B5EF4-FFF2-40B4-BE49-F238E27FC236}">
                <a16:creationId xmlns:a16="http://schemas.microsoft.com/office/drawing/2014/main" id="{B744FC96-8BC7-4278-91F6-D62293C620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B73F59-ABEF-411C-81FB-7A03A74577C5}"/>
              </a:ext>
            </a:extLst>
          </p:cNvPr>
          <p:cNvSpPr>
            <a:spLocks noGrp="1"/>
          </p:cNvSpPr>
          <p:nvPr>
            <p:ph type="sldNum" sz="quarter" idx="12"/>
          </p:nvPr>
        </p:nvSpPr>
        <p:spPr/>
        <p:txBody>
          <a:bodyPr/>
          <a:lstStyle/>
          <a:p>
            <a:fld id="{5191EA2F-D876-4852-892C-AF5640570552}" type="slidenum">
              <a:rPr lang="en-US" smtClean="0"/>
              <a:t>‹#›</a:t>
            </a:fld>
            <a:endParaRPr lang="en-US"/>
          </a:p>
        </p:txBody>
      </p:sp>
    </p:spTree>
    <p:extLst>
      <p:ext uri="{BB962C8B-B14F-4D97-AF65-F5344CB8AC3E}">
        <p14:creationId xmlns:p14="http://schemas.microsoft.com/office/powerpoint/2010/main" val="1246718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7EE7D-D8A2-4B13-9AC4-2188E0126F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F09A79-D9A9-4BC4-8BFD-7A93C85405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81AA02-3520-45A4-B506-ED4EB7F5CA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FE9B86F-E4D2-44B6-9BE6-41486A9A8C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B0097F-921C-4DB1-A145-DC448526BB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3F17378-0722-471C-97E4-3EF9204DDC2B}"/>
              </a:ext>
            </a:extLst>
          </p:cNvPr>
          <p:cNvSpPr>
            <a:spLocks noGrp="1"/>
          </p:cNvSpPr>
          <p:nvPr>
            <p:ph type="dt" sz="half" idx="10"/>
          </p:nvPr>
        </p:nvSpPr>
        <p:spPr/>
        <p:txBody>
          <a:bodyPr/>
          <a:lstStyle/>
          <a:p>
            <a:fld id="{5FFDB06B-A478-41AF-BED2-95D293E9E3E3}" type="datetimeFigureOut">
              <a:rPr lang="en-US" smtClean="0"/>
              <a:t>3/3/2022</a:t>
            </a:fld>
            <a:endParaRPr lang="en-US"/>
          </a:p>
        </p:txBody>
      </p:sp>
      <p:sp>
        <p:nvSpPr>
          <p:cNvPr id="8" name="Footer Placeholder 7">
            <a:extLst>
              <a:ext uri="{FF2B5EF4-FFF2-40B4-BE49-F238E27FC236}">
                <a16:creationId xmlns:a16="http://schemas.microsoft.com/office/drawing/2014/main" id="{AC2A2146-7BC8-42D7-B136-2F6B497EC77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A6AAB0F-1662-4AB3-AD67-306F02BA7E10}"/>
              </a:ext>
            </a:extLst>
          </p:cNvPr>
          <p:cNvSpPr>
            <a:spLocks noGrp="1"/>
          </p:cNvSpPr>
          <p:nvPr>
            <p:ph type="sldNum" sz="quarter" idx="12"/>
          </p:nvPr>
        </p:nvSpPr>
        <p:spPr/>
        <p:txBody>
          <a:bodyPr/>
          <a:lstStyle/>
          <a:p>
            <a:fld id="{5191EA2F-D876-4852-892C-AF5640570552}" type="slidenum">
              <a:rPr lang="en-US" smtClean="0"/>
              <a:t>‹#›</a:t>
            </a:fld>
            <a:endParaRPr lang="en-US"/>
          </a:p>
        </p:txBody>
      </p:sp>
    </p:spTree>
    <p:extLst>
      <p:ext uri="{BB962C8B-B14F-4D97-AF65-F5344CB8AC3E}">
        <p14:creationId xmlns:p14="http://schemas.microsoft.com/office/powerpoint/2010/main" val="1026215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E7182-D2BC-4891-9748-C0D1A89845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7BAF573-654A-45AA-A0BF-D78073EDDA17}"/>
              </a:ext>
            </a:extLst>
          </p:cNvPr>
          <p:cNvSpPr>
            <a:spLocks noGrp="1"/>
          </p:cNvSpPr>
          <p:nvPr>
            <p:ph type="dt" sz="half" idx="10"/>
          </p:nvPr>
        </p:nvSpPr>
        <p:spPr/>
        <p:txBody>
          <a:bodyPr/>
          <a:lstStyle/>
          <a:p>
            <a:fld id="{5FFDB06B-A478-41AF-BED2-95D293E9E3E3}" type="datetimeFigureOut">
              <a:rPr lang="en-US" smtClean="0"/>
              <a:t>3/3/2022</a:t>
            </a:fld>
            <a:endParaRPr lang="en-US"/>
          </a:p>
        </p:txBody>
      </p:sp>
      <p:sp>
        <p:nvSpPr>
          <p:cNvPr id="4" name="Footer Placeholder 3">
            <a:extLst>
              <a:ext uri="{FF2B5EF4-FFF2-40B4-BE49-F238E27FC236}">
                <a16:creationId xmlns:a16="http://schemas.microsoft.com/office/drawing/2014/main" id="{CFC1D2A3-82E0-4D47-AB87-269D4E1454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132B46-8D3A-41A0-A904-07A29305D17B}"/>
              </a:ext>
            </a:extLst>
          </p:cNvPr>
          <p:cNvSpPr>
            <a:spLocks noGrp="1"/>
          </p:cNvSpPr>
          <p:nvPr>
            <p:ph type="sldNum" sz="quarter" idx="12"/>
          </p:nvPr>
        </p:nvSpPr>
        <p:spPr/>
        <p:txBody>
          <a:bodyPr/>
          <a:lstStyle/>
          <a:p>
            <a:fld id="{5191EA2F-D876-4852-892C-AF5640570552}" type="slidenum">
              <a:rPr lang="en-US" smtClean="0"/>
              <a:t>‹#›</a:t>
            </a:fld>
            <a:endParaRPr lang="en-US"/>
          </a:p>
        </p:txBody>
      </p:sp>
    </p:spTree>
    <p:extLst>
      <p:ext uri="{BB962C8B-B14F-4D97-AF65-F5344CB8AC3E}">
        <p14:creationId xmlns:p14="http://schemas.microsoft.com/office/powerpoint/2010/main" val="2338645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3284BE-98DA-4F1B-8C53-523D244E8B70}"/>
              </a:ext>
            </a:extLst>
          </p:cNvPr>
          <p:cNvSpPr>
            <a:spLocks noGrp="1"/>
          </p:cNvSpPr>
          <p:nvPr>
            <p:ph type="dt" sz="half" idx="10"/>
          </p:nvPr>
        </p:nvSpPr>
        <p:spPr/>
        <p:txBody>
          <a:bodyPr/>
          <a:lstStyle/>
          <a:p>
            <a:fld id="{5FFDB06B-A478-41AF-BED2-95D293E9E3E3}" type="datetimeFigureOut">
              <a:rPr lang="en-US" smtClean="0"/>
              <a:t>3/3/2022</a:t>
            </a:fld>
            <a:endParaRPr lang="en-US"/>
          </a:p>
        </p:txBody>
      </p:sp>
      <p:sp>
        <p:nvSpPr>
          <p:cNvPr id="3" name="Footer Placeholder 2">
            <a:extLst>
              <a:ext uri="{FF2B5EF4-FFF2-40B4-BE49-F238E27FC236}">
                <a16:creationId xmlns:a16="http://schemas.microsoft.com/office/drawing/2014/main" id="{86EB4F9E-25A6-4BC4-AC12-D107044BA28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A3F8D0C-9FAD-461B-8074-ACB1552672C4}"/>
              </a:ext>
            </a:extLst>
          </p:cNvPr>
          <p:cNvSpPr>
            <a:spLocks noGrp="1"/>
          </p:cNvSpPr>
          <p:nvPr>
            <p:ph type="sldNum" sz="quarter" idx="12"/>
          </p:nvPr>
        </p:nvSpPr>
        <p:spPr/>
        <p:txBody>
          <a:bodyPr/>
          <a:lstStyle/>
          <a:p>
            <a:fld id="{5191EA2F-D876-4852-892C-AF5640570552}" type="slidenum">
              <a:rPr lang="en-US" smtClean="0"/>
              <a:t>‹#›</a:t>
            </a:fld>
            <a:endParaRPr lang="en-US"/>
          </a:p>
        </p:txBody>
      </p:sp>
    </p:spTree>
    <p:extLst>
      <p:ext uri="{BB962C8B-B14F-4D97-AF65-F5344CB8AC3E}">
        <p14:creationId xmlns:p14="http://schemas.microsoft.com/office/powerpoint/2010/main" val="1662728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AAB24-DDFC-4EBD-BD05-B99A2C30C6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C112D9F-049A-47F4-9273-61AC6E664E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ED1C841-2FB7-43A3-A581-40241B6EA0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95EC8E-25D0-4B26-AE94-90B773853693}"/>
              </a:ext>
            </a:extLst>
          </p:cNvPr>
          <p:cNvSpPr>
            <a:spLocks noGrp="1"/>
          </p:cNvSpPr>
          <p:nvPr>
            <p:ph type="dt" sz="half" idx="10"/>
          </p:nvPr>
        </p:nvSpPr>
        <p:spPr/>
        <p:txBody>
          <a:bodyPr/>
          <a:lstStyle/>
          <a:p>
            <a:fld id="{5FFDB06B-A478-41AF-BED2-95D293E9E3E3}" type="datetimeFigureOut">
              <a:rPr lang="en-US" smtClean="0"/>
              <a:t>3/3/2022</a:t>
            </a:fld>
            <a:endParaRPr lang="en-US"/>
          </a:p>
        </p:txBody>
      </p:sp>
      <p:sp>
        <p:nvSpPr>
          <p:cNvPr id="6" name="Footer Placeholder 5">
            <a:extLst>
              <a:ext uri="{FF2B5EF4-FFF2-40B4-BE49-F238E27FC236}">
                <a16:creationId xmlns:a16="http://schemas.microsoft.com/office/drawing/2014/main" id="{1ED0A68B-0CCE-4FA0-8CDF-2F94C3CA58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73A3AE-F904-4D3D-B982-AFFA1EDCF302}"/>
              </a:ext>
            </a:extLst>
          </p:cNvPr>
          <p:cNvSpPr>
            <a:spLocks noGrp="1"/>
          </p:cNvSpPr>
          <p:nvPr>
            <p:ph type="sldNum" sz="quarter" idx="12"/>
          </p:nvPr>
        </p:nvSpPr>
        <p:spPr/>
        <p:txBody>
          <a:bodyPr/>
          <a:lstStyle/>
          <a:p>
            <a:fld id="{5191EA2F-D876-4852-892C-AF5640570552}" type="slidenum">
              <a:rPr lang="en-US" smtClean="0"/>
              <a:t>‹#›</a:t>
            </a:fld>
            <a:endParaRPr lang="en-US"/>
          </a:p>
        </p:txBody>
      </p:sp>
    </p:spTree>
    <p:extLst>
      <p:ext uri="{BB962C8B-B14F-4D97-AF65-F5344CB8AC3E}">
        <p14:creationId xmlns:p14="http://schemas.microsoft.com/office/powerpoint/2010/main" val="1704758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C4204-8B09-4513-BE26-8F26CE30EF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360FB95-61B3-422E-9799-89C1E46C55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57AC05-4ADC-4CF6-BD85-66CD2E477D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AAB51A-0C52-4B26-B391-4CFC32405667}"/>
              </a:ext>
            </a:extLst>
          </p:cNvPr>
          <p:cNvSpPr>
            <a:spLocks noGrp="1"/>
          </p:cNvSpPr>
          <p:nvPr>
            <p:ph type="dt" sz="half" idx="10"/>
          </p:nvPr>
        </p:nvSpPr>
        <p:spPr/>
        <p:txBody>
          <a:bodyPr/>
          <a:lstStyle/>
          <a:p>
            <a:fld id="{5FFDB06B-A478-41AF-BED2-95D293E9E3E3}" type="datetimeFigureOut">
              <a:rPr lang="en-US" smtClean="0"/>
              <a:t>3/3/2022</a:t>
            </a:fld>
            <a:endParaRPr lang="en-US"/>
          </a:p>
        </p:txBody>
      </p:sp>
      <p:sp>
        <p:nvSpPr>
          <p:cNvPr id="6" name="Footer Placeholder 5">
            <a:extLst>
              <a:ext uri="{FF2B5EF4-FFF2-40B4-BE49-F238E27FC236}">
                <a16:creationId xmlns:a16="http://schemas.microsoft.com/office/drawing/2014/main" id="{7254E7DE-D256-4E6D-81D3-54F701AF96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5F1556-757F-4E48-AD99-7D603F623EB1}"/>
              </a:ext>
            </a:extLst>
          </p:cNvPr>
          <p:cNvSpPr>
            <a:spLocks noGrp="1"/>
          </p:cNvSpPr>
          <p:nvPr>
            <p:ph type="sldNum" sz="quarter" idx="12"/>
          </p:nvPr>
        </p:nvSpPr>
        <p:spPr/>
        <p:txBody>
          <a:bodyPr/>
          <a:lstStyle/>
          <a:p>
            <a:fld id="{5191EA2F-D876-4852-892C-AF5640570552}" type="slidenum">
              <a:rPr lang="en-US" smtClean="0"/>
              <a:t>‹#›</a:t>
            </a:fld>
            <a:endParaRPr lang="en-US"/>
          </a:p>
        </p:txBody>
      </p:sp>
    </p:spTree>
    <p:extLst>
      <p:ext uri="{BB962C8B-B14F-4D97-AF65-F5344CB8AC3E}">
        <p14:creationId xmlns:p14="http://schemas.microsoft.com/office/powerpoint/2010/main" val="3448868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3566D-5544-42B0-9477-5E21E9ADE88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46A23EA-D045-4DF0-A994-2038D62210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2D1898-7A96-499F-90B7-21527CD92720}"/>
              </a:ext>
            </a:extLst>
          </p:cNvPr>
          <p:cNvSpPr>
            <a:spLocks noGrp="1"/>
          </p:cNvSpPr>
          <p:nvPr>
            <p:ph type="dt" sz="half" idx="10"/>
          </p:nvPr>
        </p:nvSpPr>
        <p:spPr/>
        <p:txBody>
          <a:bodyPr/>
          <a:lstStyle/>
          <a:p>
            <a:fld id="{5FFDB06B-A478-41AF-BED2-95D293E9E3E3}" type="datetimeFigureOut">
              <a:rPr lang="en-US" smtClean="0"/>
              <a:t>3/3/2022</a:t>
            </a:fld>
            <a:endParaRPr lang="en-US"/>
          </a:p>
        </p:txBody>
      </p:sp>
      <p:sp>
        <p:nvSpPr>
          <p:cNvPr id="5" name="Footer Placeholder 4">
            <a:extLst>
              <a:ext uri="{FF2B5EF4-FFF2-40B4-BE49-F238E27FC236}">
                <a16:creationId xmlns:a16="http://schemas.microsoft.com/office/drawing/2014/main" id="{1431281A-226C-440D-9150-04EFBB2733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A88B46-09AA-4997-9055-3497934F8682}"/>
              </a:ext>
            </a:extLst>
          </p:cNvPr>
          <p:cNvSpPr>
            <a:spLocks noGrp="1"/>
          </p:cNvSpPr>
          <p:nvPr>
            <p:ph type="sldNum" sz="quarter" idx="12"/>
          </p:nvPr>
        </p:nvSpPr>
        <p:spPr/>
        <p:txBody>
          <a:bodyPr/>
          <a:lstStyle/>
          <a:p>
            <a:fld id="{5191EA2F-D876-4852-892C-AF5640570552}" type="slidenum">
              <a:rPr lang="en-US" smtClean="0"/>
              <a:t>‹#›</a:t>
            </a:fld>
            <a:endParaRPr lang="en-US"/>
          </a:p>
        </p:txBody>
      </p:sp>
    </p:spTree>
    <p:extLst>
      <p:ext uri="{BB962C8B-B14F-4D97-AF65-F5344CB8AC3E}">
        <p14:creationId xmlns:p14="http://schemas.microsoft.com/office/powerpoint/2010/main" val="3936213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174F5F-5372-4937-ACC3-D22ABDFFFBC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EA2571-A4F6-46A6-BB6D-CF54B3E934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AC6B38-CB10-4772-8414-DCD2F53EAA4B}"/>
              </a:ext>
            </a:extLst>
          </p:cNvPr>
          <p:cNvSpPr>
            <a:spLocks noGrp="1"/>
          </p:cNvSpPr>
          <p:nvPr>
            <p:ph type="dt" sz="half" idx="10"/>
          </p:nvPr>
        </p:nvSpPr>
        <p:spPr/>
        <p:txBody>
          <a:bodyPr/>
          <a:lstStyle/>
          <a:p>
            <a:fld id="{5FFDB06B-A478-41AF-BED2-95D293E9E3E3}" type="datetimeFigureOut">
              <a:rPr lang="en-US" smtClean="0"/>
              <a:t>3/3/2022</a:t>
            </a:fld>
            <a:endParaRPr lang="en-US"/>
          </a:p>
        </p:txBody>
      </p:sp>
      <p:sp>
        <p:nvSpPr>
          <p:cNvPr id="5" name="Footer Placeholder 4">
            <a:extLst>
              <a:ext uri="{FF2B5EF4-FFF2-40B4-BE49-F238E27FC236}">
                <a16:creationId xmlns:a16="http://schemas.microsoft.com/office/drawing/2014/main" id="{1CC3BB6E-9A14-48BB-B5A5-6EA05171D4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DC09B6-3894-47C7-BDF2-02F3C36D042F}"/>
              </a:ext>
            </a:extLst>
          </p:cNvPr>
          <p:cNvSpPr>
            <a:spLocks noGrp="1"/>
          </p:cNvSpPr>
          <p:nvPr>
            <p:ph type="sldNum" sz="quarter" idx="12"/>
          </p:nvPr>
        </p:nvSpPr>
        <p:spPr/>
        <p:txBody>
          <a:bodyPr/>
          <a:lstStyle/>
          <a:p>
            <a:fld id="{5191EA2F-D876-4852-892C-AF5640570552}" type="slidenum">
              <a:rPr lang="en-US" smtClean="0"/>
              <a:t>‹#›</a:t>
            </a:fld>
            <a:endParaRPr lang="en-US"/>
          </a:p>
        </p:txBody>
      </p:sp>
    </p:spTree>
    <p:extLst>
      <p:ext uri="{BB962C8B-B14F-4D97-AF65-F5344CB8AC3E}">
        <p14:creationId xmlns:p14="http://schemas.microsoft.com/office/powerpoint/2010/main" val="4159693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9C2D1C-803D-4943-9F3E-EC095229CB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8BB34AE-DB11-4847-80E0-301010BBB1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2C9B66-F6E1-4006-986A-82F1AFC51A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FDB06B-A478-41AF-BED2-95D293E9E3E3}" type="datetimeFigureOut">
              <a:rPr lang="en-US" smtClean="0"/>
              <a:t>3/3/2022</a:t>
            </a:fld>
            <a:endParaRPr lang="en-US"/>
          </a:p>
        </p:txBody>
      </p:sp>
      <p:sp>
        <p:nvSpPr>
          <p:cNvPr id="5" name="Footer Placeholder 4">
            <a:extLst>
              <a:ext uri="{FF2B5EF4-FFF2-40B4-BE49-F238E27FC236}">
                <a16:creationId xmlns:a16="http://schemas.microsoft.com/office/drawing/2014/main" id="{B2DB7E37-A917-4229-8766-C2254DC134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CAB3E4-0F3D-4357-9CE7-7B3357EC88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91EA2F-D876-4852-892C-AF5640570552}" type="slidenum">
              <a:rPr lang="en-US" smtClean="0"/>
              <a:t>‹#›</a:t>
            </a:fld>
            <a:endParaRPr lang="en-US"/>
          </a:p>
        </p:txBody>
      </p:sp>
    </p:spTree>
    <p:extLst>
      <p:ext uri="{BB962C8B-B14F-4D97-AF65-F5344CB8AC3E}">
        <p14:creationId xmlns:p14="http://schemas.microsoft.com/office/powerpoint/2010/main" val="18080681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hyperlink" Target="https://drive.google.com/file/d/1DjUeFCdR1iSXgWEmGqvQWimKY45TX40O/view?usp=sharing" TargetMode="External"/><Relationship Id="rId2" Type="http://schemas.openxmlformats.org/officeDocument/2006/relationships/hyperlink" Target="https://drive.google.com/file/d/1luJtEcnMZonX66JjEsUUUh2uS-sjmWtB/view?usp=sharin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3">
            <a:extLst>
              <a:ext uri="{FF2B5EF4-FFF2-40B4-BE49-F238E27FC236}">
                <a16:creationId xmlns:a16="http://schemas.microsoft.com/office/drawing/2014/main" id="{99899462-FC16-43B0-966B-FCA2634507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4654295" y="478232"/>
            <a:ext cx="7034121" cy="5918673"/>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66C2E0BE-C3AF-4857-8F4A-C4E12B6C1BBE}"/>
              </a:ext>
            </a:extLst>
          </p:cNvPr>
          <p:cNvSpPr>
            <a:spLocks noGrp="1"/>
          </p:cNvSpPr>
          <p:nvPr>
            <p:ph type="ctrTitle"/>
          </p:nvPr>
        </p:nvSpPr>
        <p:spPr>
          <a:xfrm>
            <a:off x="5297762" y="1053711"/>
            <a:ext cx="5638994" cy="1424446"/>
          </a:xfrm>
        </p:spPr>
        <p:txBody>
          <a:bodyPr vert="horz" lIns="91440" tIns="45720" rIns="91440" bIns="45720" rtlCol="0" anchor="ctr">
            <a:normAutofit/>
          </a:bodyPr>
          <a:lstStyle/>
          <a:p>
            <a:pPr algn="l"/>
            <a:r>
              <a:rPr lang="en-US" sz="4400">
                <a:solidFill>
                  <a:srgbClr val="FFFFFF"/>
                </a:solidFill>
                <a:effectLst>
                  <a:outerShdw blurRad="38100" dist="38100" dir="2700000" algn="tl">
                    <a:srgbClr val="000000">
                      <a:alpha val="43137"/>
                    </a:srgbClr>
                  </a:outerShdw>
                </a:effectLst>
              </a:rPr>
              <a:t>AutoThinking</a:t>
            </a:r>
          </a:p>
        </p:txBody>
      </p:sp>
      <p:pic>
        <p:nvPicPr>
          <p:cNvPr id="5" name="Picture 4" descr="A picture containing graphics, sushi, graffiti, room&#10;&#10;Description automatically generated">
            <a:extLst>
              <a:ext uri="{FF2B5EF4-FFF2-40B4-BE49-F238E27FC236}">
                <a16:creationId xmlns:a16="http://schemas.microsoft.com/office/drawing/2014/main" id="{7F869F26-6853-44FA-A7B9-D096251779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8300" y="478232"/>
            <a:ext cx="2789902" cy="2789902"/>
          </a:xfrm>
          <a:prstGeom prst="rect">
            <a:avLst/>
          </a:prstGeom>
        </p:spPr>
      </p:pic>
      <p:cxnSp>
        <p:nvCxnSpPr>
          <p:cNvPr id="16" name="Straight Connector 15">
            <a:extLst>
              <a:ext uri="{FF2B5EF4-FFF2-40B4-BE49-F238E27FC236}">
                <a16:creationId xmlns:a16="http://schemas.microsoft.com/office/drawing/2014/main" id="{AAFEA932-2DF1-410C-A00A-7A1E7DBF75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30098" y="2639023"/>
            <a:ext cx="4562441" cy="0"/>
          </a:xfrm>
          <a:prstGeom prst="line">
            <a:avLst/>
          </a:prstGeom>
          <a:ln w="22225">
            <a:solidFill>
              <a:srgbClr val="E7E6E6"/>
            </a:solidFill>
          </a:ln>
        </p:spPr>
        <p:style>
          <a:lnRef idx="1">
            <a:schemeClr val="accent1"/>
          </a:lnRef>
          <a:fillRef idx="0">
            <a:schemeClr val="accent1"/>
          </a:fillRef>
          <a:effectRef idx="0">
            <a:schemeClr val="accent1"/>
          </a:effectRef>
          <a:fontRef idx="minor">
            <a:schemeClr val="tx1"/>
          </a:fontRef>
        </p:style>
      </p:cxnSp>
      <p:pic>
        <p:nvPicPr>
          <p:cNvPr id="3" name="Picture 2" descr="A picture containing graphics, sushi, room, graffiti&#10;&#10;Description automatically generated">
            <a:extLst>
              <a:ext uri="{FF2B5EF4-FFF2-40B4-BE49-F238E27FC236}">
                <a16:creationId xmlns:a16="http://schemas.microsoft.com/office/drawing/2014/main" id="{C52FC823-0C9E-4A20-9551-58907C02B2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8791" y="3589867"/>
            <a:ext cx="2788920" cy="2788920"/>
          </a:xfrm>
          <a:prstGeom prst="rect">
            <a:avLst/>
          </a:prstGeom>
        </p:spPr>
      </p:pic>
      <p:sp>
        <p:nvSpPr>
          <p:cNvPr id="9" name="Subtitle 8">
            <a:extLst>
              <a:ext uri="{FF2B5EF4-FFF2-40B4-BE49-F238E27FC236}">
                <a16:creationId xmlns:a16="http://schemas.microsoft.com/office/drawing/2014/main" id="{FAB9D2AF-CCEE-42FA-B3ED-603F01B8F33B}"/>
              </a:ext>
            </a:extLst>
          </p:cNvPr>
          <p:cNvSpPr>
            <a:spLocks noGrp="1"/>
          </p:cNvSpPr>
          <p:nvPr>
            <p:ph type="subTitle" idx="1"/>
          </p:nvPr>
        </p:nvSpPr>
        <p:spPr>
          <a:xfrm>
            <a:off x="5297762" y="2799889"/>
            <a:ext cx="5747187" cy="2987543"/>
          </a:xfrm>
        </p:spPr>
        <p:txBody>
          <a:bodyPr vert="horz" lIns="91440" tIns="45720" rIns="91440" bIns="45720" rtlCol="0" anchor="t">
            <a:normAutofit fontScale="92500" lnSpcReduction="10000"/>
          </a:bodyPr>
          <a:lstStyle/>
          <a:p>
            <a:pPr algn="l"/>
            <a:r>
              <a:rPr lang="en-US" sz="1100" dirty="0">
                <a:solidFill>
                  <a:srgbClr val="FFFFFF"/>
                </a:solidFill>
              </a:rPr>
              <a:t>Here are some quick tips:</a:t>
            </a:r>
          </a:p>
          <a:p>
            <a:pPr indent="-228600" algn="l">
              <a:buFont typeface="Arial" panose="020B0604020202020204" pitchFamily="34" charset="0"/>
              <a:buChar char="•"/>
            </a:pPr>
            <a:endParaRPr lang="en-US" sz="1100" dirty="0">
              <a:solidFill>
                <a:srgbClr val="FFFFFF"/>
              </a:solidFill>
            </a:endParaRPr>
          </a:p>
          <a:p>
            <a:pPr marL="342900" indent="-228600" algn="just">
              <a:buFont typeface="Arial" panose="020B0604020202020204" pitchFamily="34" charset="0"/>
              <a:buChar char="•"/>
            </a:pPr>
            <a:r>
              <a:rPr lang="en-US" sz="1100" dirty="0">
                <a:solidFill>
                  <a:srgbClr val="FFFFFF"/>
                </a:solidFill>
              </a:rPr>
              <a:t>Level 1 and 2 of </a:t>
            </a:r>
            <a:r>
              <a:rPr lang="en-US" sz="1100" dirty="0" err="1">
                <a:solidFill>
                  <a:srgbClr val="FFFFFF"/>
                </a:solidFill>
              </a:rPr>
              <a:t>AutoThinking</a:t>
            </a:r>
            <a:r>
              <a:rPr lang="en-US" sz="1100" dirty="0">
                <a:solidFill>
                  <a:srgbClr val="FFFFFF"/>
                </a:solidFill>
              </a:rPr>
              <a:t> do not need logging in, but level 3 requires you to enter your information before playing the game.</a:t>
            </a:r>
          </a:p>
          <a:p>
            <a:pPr marL="342900" indent="-228600" algn="just">
              <a:buFont typeface="Arial" panose="020B0604020202020204" pitchFamily="34" charset="0"/>
              <a:buChar char="•"/>
            </a:pPr>
            <a:r>
              <a:rPr lang="en-US" sz="1100" dirty="0">
                <a:solidFill>
                  <a:srgbClr val="FFFFFF"/>
                </a:solidFill>
              </a:rPr>
              <a:t>Solutions that use loop, conditional, or functions get more scores compared to those only using arrows.</a:t>
            </a:r>
          </a:p>
          <a:p>
            <a:pPr marL="342900" indent="-228600" algn="just">
              <a:buFont typeface="Arial" panose="020B0604020202020204" pitchFamily="34" charset="0"/>
              <a:buChar char="•"/>
            </a:pPr>
            <a:r>
              <a:rPr lang="en-US" sz="1100" dirty="0">
                <a:solidFill>
                  <a:srgbClr val="FFFFFF"/>
                </a:solidFill>
              </a:rPr>
              <a:t>When debug gives you feedback or hints, this does not mean that your solution is NOT 100% good or suitable for the current situation of the maze (might be risky, might lack skills, might does not get enough scores), it means you could change your solution to have a better one.</a:t>
            </a:r>
          </a:p>
          <a:p>
            <a:pPr marL="342900" indent="-228600" algn="just">
              <a:buFont typeface="Arial" panose="020B0604020202020204" pitchFamily="34" charset="0"/>
              <a:buChar char="•"/>
            </a:pPr>
            <a:r>
              <a:rPr lang="en-US" sz="1100" dirty="0">
                <a:solidFill>
                  <a:srgbClr val="FFFFFF"/>
                </a:solidFill>
              </a:rPr>
              <a:t>Follow loop or conditional with a number and arrow (IMPORTANT)</a:t>
            </a:r>
          </a:p>
          <a:p>
            <a:pPr marL="342900" indent="-228600" algn="just">
              <a:buFont typeface="Arial" panose="020B0604020202020204" pitchFamily="34" charset="0"/>
              <a:buChar char="•"/>
            </a:pPr>
            <a:r>
              <a:rPr lang="en-US" sz="1100" dirty="0">
                <a:solidFill>
                  <a:srgbClr val="FFFFFF"/>
                </a:solidFill>
              </a:rPr>
              <a:t>To save a solution as a function you should use f1 or f2 keys and to call them f3 or f4.</a:t>
            </a:r>
          </a:p>
          <a:p>
            <a:pPr marL="342900" indent="-228600" algn="just">
              <a:buFont typeface="Arial" panose="020B0604020202020204" pitchFamily="34" charset="0"/>
              <a:buChar char="•"/>
            </a:pPr>
            <a:r>
              <a:rPr lang="en-US" sz="1100" dirty="0">
                <a:solidFill>
                  <a:srgbClr val="FFFFFF"/>
                </a:solidFill>
              </a:rPr>
              <a:t>The green-eyed cat moves randomly WITH repetition, according to the number of  commands placed by players in the solution bar, while the blue-eyed cat moves according to the number of tiles traversed by the mouse. If, for instance, a 3-command solution make the mouse move 10 tiles, the green cat would move 3 tiles at random while the blue cat would move 10 tiles. So, you’d better think about possible movement of cats before running your solution.</a:t>
            </a:r>
          </a:p>
          <a:p>
            <a:pPr indent="-228600" algn="l">
              <a:buFont typeface="Arial" panose="020B0604020202020204" pitchFamily="34" charset="0"/>
              <a:buChar char="•"/>
            </a:pPr>
            <a:endParaRPr lang="en-US" sz="1100" dirty="0">
              <a:solidFill>
                <a:srgbClr val="FFFFFF"/>
              </a:solidFill>
            </a:endParaRPr>
          </a:p>
        </p:txBody>
      </p:sp>
    </p:spTree>
    <p:extLst>
      <p:ext uri="{BB962C8B-B14F-4D97-AF65-F5344CB8AC3E}">
        <p14:creationId xmlns:p14="http://schemas.microsoft.com/office/powerpoint/2010/main" val="1876249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11">
            <a:extLst>
              <a:ext uri="{FF2B5EF4-FFF2-40B4-BE49-F238E27FC236}">
                <a16:creationId xmlns:a16="http://schemas.microsoft.com/office/drawing/2014/main" id="{C96C8BAF-68F3-4B78-B238-35DF5D8656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13">
            <a:extLst>
              <a:ext uri="{FF2B5EF4-FFF2-40B4-BE49-F238E27FC236}">
                <a16:creationId xmlns:a16="http://schemas.microsoft.com/office/drawing/2014/main" id="{4F4CD6D0-5A87-4BA2-A13A-0E40511C3C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4774" y="699565"/>
            <a:ext cx="3553132" cy="5156200"/>
            <a:chOff x="7807230" y="2012810"/>
            <a:chExt cx="3251252" cy="3459865"/>
          </a:xfrm>
        </p:grpSpPr>
        <p:sp>
          <p:nvSpPr>
            <p:cNvPr id="15" name="Rectangle 14">
              <a:extLst>
                <a:ext uri="{FF2B5EF4-FFF2-40B4-BE49-F238E27FC236}">
                  <a16:creationId xmlns:a16="http://schemas.microsoft.com/office/drawing/2014/main" id="{5877EAC0-2063-444D-8EE9-72FED2E03B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15">
              <a:extLst>
                <a:ext uri="{FF2B5EF4-FFF2-40B4-BE49-F238E27FC236}">
                  <a16:creationId xmlns:a16="http://schemas.microsoft.com/office/drawing/2014/main" id="{2C155BF8-661A-4F4A-B4EC-923105C69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7" name="Picture 6" descr="A screenshot of a computer&#10;&#10;Description automatically generated">
            <a:extLst>
              <a:ext uri="{FF2B5EF4-FFF2-40B4-BE49-F238E27FC236}">
                <a16:creationId xmlns:a16="http://schemas.microsoft.com/office/drawing/2014/main" id="{F5F09D43-CE93-4AC7-A515-45D852DCD7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6568" y="1556730"/>
            <a:ext cx="3209544" cy="3441870"/>
          </a:xfrm>
          <a:prstGeom prst="rect">
            <a:avLst/>
          </a:prstGeom>
        </p:spPr>
      </p:pic>
      <p:grpSp>
        <p:nvGrpSpPr>
          <p:cNvPr id="27" name="Group 17">
            <a:extLst>
              <a:ext uri="{FF2B5EF4-FFF2-40B4-BE49-F238E27FC236}">
                <a16:creationId xmlns:a16="http://schemas.microsoft.com/office/drawing/2014/main" id="{E9537076-EF48-4F72-9164-FD8260D550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19434" y="699565"/>
            <a:ext cx="3553132" cy="5156200"/>
            <a:chOff x="7807230" y="2012810"/>
            <a:chExt cx="3251252" cy="3459865"/>
          </a:xfrm>
        </p:grpSpPr>
        <p:sp>
          <p:nvSpPr>
            <p:cNvPr id="19" name="Rectangle 18">
              <a:extLst>
                <a:ext uri="{FF2B5EF4-FFF2-40B4-BE49-F238E27FC236}">
                  <a16:creationId xmlns:a16="http://schemas.microsoft.com/office/drawing/2014/main" id="{689673CB-C48B-4D05-B6E4-B88CD5BAA0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6C31A20-B341-476E-8C04-A26C87E14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6" name="Picture 5" descr="A screenshot of a cell phone&#10;&#10;Description automatically generated">
            <a:extLst>
              <a:ext uri="{FF2B5EF4-FFF2-40B4-BE49-F238E27FC236}">
                <a16:creationId xmlns:a16="http://schemas.microsoft.com/office/drawing/2014/main" id="{FA214254-9D2D-4967-83D7-B5691DB66D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7333" y="1556730"/>
            <a:ext cx="3209544" cy="3441870"/>
          </a:xfrm>
          <a:prstGeom prst="rect">
            <a:avLst/>
          </a:prstGeom>
        </p:spPr>
      </p:pic>
      <p:grpSp>
        <p:nvGrpSpPr>
          <p:cNvPr id="22" name="Group 21">
            <a:extLst>
              <a:ext uri="{FF2B5EF4-FFF2-40B4-BE49-F238E27FC236}">
                <a16:creationId xmlns:a16="http://schemas.microsoft.com/office/drawing/2014/main" id="{6EFC3492-86BD-4D75-B5B4-C2DBFE0BD1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04093" y="699565"/>
            <a:ext cx="3553132" cy="5156200"/>
            <a:chOff x="7807230" y="2012810"/>
            <a:chExt cx="3251252" cy="3459865"/>
          </a:xfrm>
        </p:grpSpPr>
        <p:sp>
          <p:nvSpPr>
            <p:cNvPr id="23" name="Rectangle 22">
              <a:extLst>
                <a:ext uri="{FF2B5EF4-FFF2-40B4-BE49-F238E27FC236}">
                  <a16:creationId xmlns:a16="http://schemas.microsoft.com/office/drawing/2014/main" id="{F72E5074-2516-4705-BFF1-F508394A0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2259E4C-F24C-4180-AEC3-76255D535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5" name="Picture 4" descr="A circuit board&#10;&#10;Description automatically generated">
            <a:extLst>
              <a:ext uri="{FF2B5EF4-FFF2-40B4-BE49-F238E27FC236}">
                <a16:creationId xmlns:a16="http://schemas.microsoft.com/office/drawing/2014/main" id="{C51C2668-3792-4E70-B03E-32645BB6B4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75887" y="1556730"/>
            <a:ext cx="3209544" cy="3441870"/>
          </a:xfrm>
          <a:prstGeom prst="rect">
            <a:avLst/>
          </a:prstGeom>
        </p:spPr>
      </p:pic>
    </p:spTree>
    <p:extLst>
      <p:ext uri="{BB962C8B-B14F-4D97-AF65-F5344CB8AC3E}">
        <p14:creationId xmlns:p14="http://schemas.microsoft.com/office/powerpoint/2010/main" val="3166035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96C8BAF-68F3-4B78-B238-35DF5D8656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4F4CD6D0-5A87-4BA2-A13A-0E40511C3C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4774" y="699565"/>
            <a:ext cx="3553132" cy="5156200"/>
            <a:chOff x="7807230" y="2012810"/>
            <a:chExt cx="3251252" cy="3459865"/>
          </a:xfrm>
        </p:grpSpPr>
        <p:sp>
          <p:nvSpPr>
            <p:cNvPr id="16" name="Rectangle 15">
              <a:extLst>
                <a:ext uri="{FF2B5EF4-FFF2-40B4-BE49-F238E27FC236}">
                  <a16:creationId xmlns:a16="http://schemas.microsoft.com/office/drawing/2014/main" id="{5877EAC0-2063-444D-8EE9-72FED2E03B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C155BF8-661A-4F4A-B4EC-923105C69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6" name="Picture 5" descr="A screenshot of a video game&#10;&#10;Description automatically generated">
            <a:extLst>
              <a:ext uri="{FF2B5EF4-FFF2-40B4-BE49-F238E27FC236}">
                <a16:creationId xmlns:a16="http://schemas.microsoft.com/office/drawing/2014/main" id="{EF4ED391-3F2C-43CC-9B97-7FA5784C5C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6568" y="1556730"/>
            <a:ext cx="3209544" cy="3441870"/>
          </a:xfrm>
          <a:prstGeom prst="rect">
            <a:avLst/>
          </a:prstGeom>
        </p:spPr>
      </p:pic>
      <p:grpSp>
        <p:nvGrpSpPr>
          <p:cNvPr id="19" name="Group 18">
            <a:extLst>
              <a:ext uri="{FF2B5EF4-FFF2-40B4-BE49-F238E27FC236}">
                <a16:creationId xmlns:a16="http://schemas.microsoft.com/office/drawing/2014/main" id="{E9537076-EF48-4F72-9164-FD8260D550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19434" y="699565"/>
            <a:ext cx="3553132" cy="5156200"/>
            <a:chOff x="7807230" y="2012810"/>
            <a:chExt cx="3251252" cy="3459865"/>
          </a:xfrm>
        </p:grpSpPr>
        <p:sp>
          <p:nvSpPr>
            <p:cNvPr id="20" name="Rectangle 19">
              <a:extLst>
                <a:ext uri="{FF2B5EF4-FFF2-40B4-BE49-F238E27FC236}">
                  <a16:creationId xmlns:a16="http://schemas.microsoft.com/office/drawing/2014/main" id="{689673CB-C48B-4D05-B6E4-B88CD5BAA0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6C31A20-B341-476E-8C04-A26C87E14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8" name="Picture 7" descr="A screenshot of a computer&#10;&#10;Description automatically generated">
            <a:extLst>
              <a:ext uri="{FF2B5EF4-FFF2-40B4-BE49-F238E27FC236}">
                <a16:creationId xmlns:a16="http://schemas.microsoft.com/office/drawing/2014/main" id="{7CA149FF-6E56-4D07-A935-49DD075A84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7333" y="1556730"/>
            <a:ext cx="3209544" cy="3441870"/>
          </a:xfrm>
          <a:prstGeom prst="rect">
            <a:avLst/>
          </a:prstGeom>
        </p:spPr>
      </p:pic>
      <p:grpSp>
        <p:nvGrpSpPr>
          <p:cNvPr id="23" name="Group 22">
            <a:extLst>
              <a:ext uri="{FF2B5EF4-FFF2-40B4-BE49-F238E27FC236}">
                <a16:creationId xmlns:a16="http://schemas.microsoft.com/office/drawing/2014/main" id="{6EFC3492-86BD-4D75-B5B4-C2DBFE0BD1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04093" y="699565"/>
            <a:ext cx="3553132" cy="5156200"/>
            <a:chOff x="7807230" y="2012810"/>
            <a:chExt cx="3251252" cy="3459865"/>
          </a:xfrm>
        </p:grpSpPr>
        <p:sp>
          <p:nvSpPr>
            <p:cNvPr id="24" name="Rectangle 23">
              <a:extLst>
                <a:ext uri="{FF2B5EF4-FFF2-40B4-BE49-F238E27FC236}">
                  <a16:creationId xmlns:a16="http://schemas.microsoft.com/office/drawing/2014/main" id="{F72E5074-2516-4705-BFF1-F508394A0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2259E4C-F24C-4180-AEC3-76255D535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7" name="Picture 6" descr="A close up of text on a white background&#10;&#10;Description automatically generated">
            <a:extLst>
              <a:ext uri="{FF2B5EF4-FFF2-40B4-BE49-F238E27FC236}">
                <a16:creationId xmlns:a16="http://schemas.microsoft.com/office/drawing/2014/main" id="{794BA4CF-219C-421A-AFD1-E704A54B2D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75887" y="1556730"/>
            <a:ext cx="3209544" cy="3441870"/>
          </a:xfrm>
          <a:prstGeom prst="rect">
            <a:avLst/>
          </a:prstGeom>
        </p:spPr>
      </p:pic>
    </p:spTree>
    <p:extLst>
      <p:ext uri="{BB962C8B-B14F-4D97-AF65-F5344CB8AC3E}">
        <p14:creationId xmlns:p14="http://schemas.microsoft.com/office/powerpoint/2010/main" val="184514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3D44C2C0-8C7C-4BAC-B256-DA3B62D90043}"/>
              </a:ext>
            </a:extLst>
          </p:cNvPr>
          <p:cNvSpPr>
            <a:spLocks noGrp="1"/>
          </p:cNvSpPr>
          <p:nvPr>
            <p:ph type="ctrTitle"/>
          </p:nvPr>
        </p:nvSpPr>
        <p:spPr>
          <a:xfrm>
            <a:off x="556532" y="643467"/>
            <a:ext cx="11210925" cy="744836"/>
          </a:xfrm>
        </p:spPr>
        <p:txBody>
          <a:bodyPr vert="horz" lIns="91440" tIns="45720" rIns="91440" bIns="45720" rtlCol="0" anchor="ctr">
            <a:normAutofit/>
          </a:bodyPr>
          <a:lstStyle/>
          <a:p>
            <a:r>
              <a:rPr lang="en-US" sz="3200" kern="1200">
                <a:solidFill>
                  <a:schemeClr val="bg1"/>
                </a:solidFill>
                <a:latin typeface="+mj-lt"/>
                <a:ea typeface="+mj-ea"/>
                <a:cs typeface="+mj-cs"/>
              </a:rPr>
              <a:t>Level 2</a:t>
            </a:r>
          </a:p>
        </p:txBody>
      </p:sp>
      <p:pic>
        <p:nvPicPr>
          <p:cNvPr id="7" name="Picture 6" descr="A screenshot of a cell phone in a parking lot&#10;&#10;Description automatically generated">
            <a:extLst>
              <a:ext uri="{FF2B5EF4-FFF2-40B4-BE49-F238E27FC236}">
                <a16:creationId xmlns:a16="http://schemas.microsoft.com/office/drawing/2014/main" id="{F607F441-9AA7-4278-A8AD-8739B1FCA9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113" y="1736725"/>
            <a:ext cx="4065588" cy="4257675"/>
          </a:xfrm>
          <a:prstGeom prst="rect">
            <a:avLst/>
          </a:prstGeom>
        </p:spPr>
      </p:pic>
      <p:pic>
        <p:nvPicPr>
          <p:cNvPr id="9" name="Picture 8" descr="A close up of a sign&#10;&#10;Description automatically generated">
            <a:extLst>
              <a:ext uri="{FF2B5EF4-FFF2-40B4-BE49-F238E27FC236}">
                <a16:creationId xmlns:a16="http://schemas.microsoft.com/office/drawing/2014/main" id="{1046C9FB-AD75-480A-B6DD-E3F2C40ADD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0100" y="1736725"/>
            <a:ext cx="2882900" cy="4257675"/>
          </a:xfrm>
          <a:prstGeom prst="rect">
            <a:avLst/>
          </a:prstGeom>
        </p:spPr>
      </p:pic>
      <p:pic>
        <p:nvPicPr>
          <p:cNvPr id="11" name="Picture 10" descr="A screenshot of a video game&#10;&#10;Description automatically generated">
            <a:extLst>
              <a:ext uri="{FF2B5EF4-FFF2-40B4-BE49-F238E27FC236}">
                <a16:creationId xmlns:a16="http://schemas.microsoft.com/office/drawing/2014/main" id="{FE1100BD-07B8-4AE6-A07D-717D0040BF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7800" y="1743075"/>
            <a:ext cx="4044950" cy="4257675"/>
          </a:xfrm>
          <a:prstGeom prst="rect">
            <a:avLst/>
          </a:prstGeom>
        </p:spPr>
      </p:pic>
    </p:spTree>
    <p:extLst>
      <p:ext uri="{BB962C8B-B14F-4D97-AF65-F5344CB8AC3E}">
        <p14:creationId xmlns:p14="http://schemas.microsoft.com/office/powerpoint/2010/main" val="1519297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DFDF4E22-C02B-4B37-85BF-E8670D930DE9}"/>
              </a:ext>
            </a:extLst>
          </p:cNvPr>
          <p:cNvSpPr>
            <a:spLocks noGrp="1"/>
          </p:cNvSpPr>
          <p:nvPr>
            <p:ph type="ctrTitle"/>
          </p:nvPr>
        </p:nvSpPr>
        <p:spPr>
          <a:xfrm>
            <a:off x="546351" y="433545"/>
            <a:ext cx="11139854" cy="930447"/>
          </a:xfrm>
        </p:spPr>
        <p:txBody>
          <a:bodyPr>
            <a:normAutofit/>
          </a:bodyPr>
          <a:lstStyle/>
          <a:p>
            <a:r>
              <a:rPr lang="en-US" sz="5400">
                <a:solidFill>
                  <a:srgbClr val="FFFFFF"/>
                </a:solidFill>
              </a:rPr>
              <a:t>Level 2</a:t>
            </a:r>
          </a:p>
        </p:txBody>
      </p:sp>
      <p:cxnSp>
        <p:nvCxnSpPr>
          <p:cNvPr id="17" name="Straight Connector 16">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F89BB80A-948B-4812-9F8D-9E41B62305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500" y="2426818"/>
            <a:ext cx="4368800" cy="3997637"/>
          </a:xfrm>
          <a:prstGeom prst="rect">
            <a:avLst/>
          </a:prstGeom>
        </p:spPr>
      </p:pic>
      <p:cxnSp>
        <p:nvCxnSpPr>
          <p:cNvPr id="19" name="Straight Connector 18">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9" name="Picture 8" descr="A screenshot of a video game&#10;&#10;Description automatically generated">
            <a:extLst>
              <a:ext uri="{FF2B5EF4-FFF2-40B4-BE49-F238E27FC236}">
                <a16:creationId xmlns:a16="http://schemas.microsoft.com/office/drawing/2014/main" id="{0BAAD83B-9746-4ECE-9492-7898C9C640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2300" y="2426818"/>
            <a:ext cx="4279900" cy="3997637"/>
          </a:xfrm>
          <a:prstGeom prst="rect">
            <a:avLst/>
          </a:prstGeom>
        </p:spPr>
      </p:pic>
    </p:spTree>
    <p:extLst>
      <p:ext uri="{BB962C8B-B14F-4D97-AF65-F5344CB8AC3E}">
        <p14:creationId xmlns:p14="http://schemas.microsoft.com/office/powerpoint/2010/main" val="15510769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99AE2756-0FC4-4155-83E7-58AAAB63E7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5689"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247AB924-1B87-43FC-B7C7-B112D5C51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463354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FB00B2-E12D-4209-8CF2-AFF6811DD9C4}"/>
              </a:ext>
            </a:extLst>
          </p:cNvPr>
          <p:cNvSpPr>
            <a:spLocks noGrp="1"/>
          </p:cNvSpPr>
          <p:nvPr>
            <p:ph type="ctrTitle"/>
          </p:nvPr>
        </p:nvSpPr>
        <p:spPr>
          <a:xfrm>
            <a:off x="527538" y="4756638"/>
            <a:ext cx="11139854" cy="930447"/>
          </a:xfrm>
        </p:spPr>
        <p:txBody>
          <a:bodyPr>
            <a:normAutofit/>
          </a:bodyPr>
          <a:lstStyle/>
          <a:p>
            <a:r>
              <a:rPr lang="en-US" sz="5400">
                <a:solidFill>
                  <a:srgbClr val="FFFFFF"/>
                </a:solidFill>
              </a:rPr>
              <a:t>Level 3</a:t>
            </a:r>
          </a:p>
        </p:txBody>
      </p:sp>
      <p:pic>
        <p:nvPicPr>
          <p:cNvPr id="7" name="Picture 6" descr="A screenshot of a cell phone&#10;&#10;Description automatically generated">
            <a:extLst>
              <a:ext uri="{FF2B5EF4-FFF2-40B4-BE49-F238E27FC236}">
                <a16:creationId xmlns:a16="http://schemas.microsoft.com/office/drawing/2014/main" id="{9C4551AC-1E76-4026-BBE9-E99DA33215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00" y="469762"/>
            <a:ext cx="3854450" cy="3673575"/>
          </a:xfrm>
          <a:prstGeom prst="rect">
            <a:avLst/>
          </a:prstGeom>
        </p:spPr>
      </p:pic>
      <p:pic>
        <p:nvPicPr>
          <p:cNvPr id="9" name="Picture 8" descr="A close up of a sign&#10;&#10;Description automatically generated">
            <a:extLst>
              <a:ext uri="{FF2B5EF4-FFF2-40B4-BE49-F238E27FC236}">
                <a16:creationId xmlns:a16="http://schemas.microsoft.com/office/drawing/2014/main" id="{61463339-511B-4F3C-A676-0F0352FB15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4650" y="465625"/>
            <a:ext cx="3822700" cy="3681848"/>
          </a:xfrm>
          <a:prstGeom prst="rect">
            <a:avLst/>
          </a:prstGeom>
        </p:spPr>
      </p:pic>
      <p:cxnSp>
        <p:nvCxnSpPr>
          <p:cNvPr id="20" name="Straight Connector 19">
            <a:extLst>
              <a:ext uri="{FF2B5EF4-FFF2-40B4-BE49-F238E27FC236}">
                <a16:creationId xmlns:a16="http://schemas.microsoft.com/office/drawing/2014/main" id="{818DC98F-4057-4645-B948-F604F39A9C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53400"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11" name="Picture 10" descr="A screenshot of a video game&#10;&#10;Description automatically generated">
            <a:extLst>
              <a:ext uri="{FF2B5EF4-FFF2-40B4-BE49-F238E27FC236}">
                <a16:creationId xmlns:a16="http://schemas.microsoft.com/office/drawing/2014/main" id="{8BF7F000-A82F-4BDC-A026-C25B217FCA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61350" y="492983"/>
            <a:ext cx="3848100" cy="3671760"/>
          </a:xfrm>
          <a:prstGeom prst="rect">
            <a:avLst/>
          </a:prstGeom>
        </p:spPr>
      </p:pic>
      <p:cxnSp>
        <p:nvCxnSpPr>
          <p:cNvPr id="22" name="Straight Connector 21">
            <a:extLst>
              <a:ext uri="{FF2B5EF4-FFF2-40B4-BE49-F238E27FC236}">
                <a16:creationId xmlns:a16="http://schemas.microsoft.com/office/drawing/2014/main" id="{DAD2B705-4A9B-408D-AA80-4F41045E09D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573869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2610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B00B2-E12D-4209-8CF2-AFF6811DD9C4}"/>
              </a:ext>
            </a:extLst>
          </p:cNvPr>
          <p:cNvSpPr>
            <a:spLocks noGrp="1"/>
          </p:cNvSpPr>
          <p:nvPr>
            <p:ph type="ctrTitle"/>
          </p:nvPr>
        </p:nvSpPr>
        <p:spPr>
          <a:xfrm>
            <a:off x="833496" y="5742585"/>
            <a:ext cx="10906008" cy="1115415"/>
          </a:xfrm>
        </p:spPr>
        <p:txBody>
          <a:bodyPr>
            <a:normAutofit/>
          </a:bodyPr>
          <a:lstStyle/>
          <a:p>
            <a:r>
              <a:rPr lang="en-US"/>
              <a:t>Level 3</a:t>
            </a:r>
            <a:endParaRPr lang="en-US" dirty="0"/>
          </a:p>
        </p:txBody>
      </p:sp>
      <p:pic>
        <p:nvPicPr>
          <p:cNvPr id="11" name="Picture 10" descr="A screenshot of a video game&#10;&#10;Description automatically generated">
            <a:extLst>
              <a:ext uri="{FF2B5EF4-FFF2-40B4-BE49-F238E27FC236}">
                <a16:creationId xmlns:a16="http://schemas.microsoft.com/office/drawing/2014/main" id="{1CEC3B6B-63CC-48EC-903A-547D82DDFE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000" y="476572"/>
            <a:ext cx="3752554" cy="4863777"/>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3EE726B3-2E04-4600-B346-F2D9AE1023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5946" y="476572"/>
            <a:ext cx="3520108" cy="4851077"/>
          </a:xfrm>
          <a:prstGeom prst="rect">
            <a:avLst/>
          </a:prstGeom>
        </p:spPr>
      </p:pic>
      <p:pic>
        <p:nvPicPr>
          <p:cNvPr id="7" name="Picture 6" descr="A picture containing phone&#10;&#10;Description automatically generated">
            <a:extLst>
              <a:ext uri="{FF2B5EF4-FFF2-40B4-BE49-F238E27FC236}">
                <a16:creationId xmlns:a16="http://schemas.microsoft.com/office/drawing/2014/main" id="{6280CF4C-9E05-4102-9051-EB900AE8DB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70329" y="476572"/>
            <a:ext cx="3837521" cy="4863777"/>
          </a:xfrm>
          <a:prstGeom prst="rect">
            <a:avLst/>
          </a:prstGeom>
        </p:spPr>
      </p:pic>
      <p:cxnSp>
        <p:nvCxnSpPr>
          <p:cNvPr id="29" name="Straight Connector 15">
            <a:extLst>
              <a:ext uri="{FF2B5EF4-FFF2-40B4-BE49-F238E27FC236}">
                <a16:creationId xmlns:a16="http://schemas.microsoft.com/office/drawing/2014/main" id="{8F880EF2-DF79-4D9D-8F11-E91D48C7974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5778706"/>
            <a:ext cx="9144000" cy="0"/>
          </a:xfrm>
          <a:prstGeom prst="line">
            <a:avLst/>
          </a:prstGeom>
          <a:ln w="19050">
            <a:solidFill>
              <a:srgbClr val="EBE84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1464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B98D3-3AF0-4005-B194-B2033B516366}"/>
              </a:ext>
            </a:extLst>
          </p:cNvPr>
          <p:cNvSpPr>
            <a:spLocks noGrp="1"/>
          </p:cNvSpPr>
          <p:nvPr>
            <p:ph type="title"/>
          </p:nvPr>
        </p:nvSpPr>
        <p:spPr/>
        <p:txBody>
          <a:bodyPr>
            <a:normAutofit/>
          </a:bodyPr>
          <a:lstStyle/>
          <a:p>
            <a:r>
              <a:rPr lang="en-ZA" dirty="0"/>
              <a:t>The following links give access to the 3rd level of the game:</a:t>
            </a:r>
          </a:p>
        </p:txBody>
      </p:sp>
      <p:sp>
        <p:nvSpPr>
          <p:cNvPr id="3" name="Content Placeholder 2">
            <a:extLst>
              <a:ext uri="{FF2B5EF4-FFF2-40B4-BE49-F238E27FC236}">
                <a16:creationId xmlns:a16="http://schemas.microsoft.com/office/drawing/2014/main" id="{DDE2220A-626C-4EA6-9E98-16F6749167C1}"/>
              </a:ext>
            </a:extLst>
          </p:cNvPr>
          <p:cNvSpPr>
            <a:spLocks noGrp="1"/>
          </p:cNvSpPr>
          <p:nvPr>
            <p:ph idx="1"/>
          </p:nvPr>
        </p:nvSpPr>
        <p:spPr>
          <a:xfrm>
            <a:off x="838200" y="2587751"/>
            <a:ext cx="10515600" cy="3589211"/>
          </a:xfrm>
        </p:spPr>
        <p:txBody>
          <a:bodyPr/>
          <a:lstStyle/>
          <a:p>
            <a:r>
              <a:rPr lang="en-ZA" dirty="0"/>
              <a:t>Mac: </a:t>
            </a:r>
            <a:r>
              <a:rPr lang="en-ZA" u="sng" dirty="0">
                <a:hlinkClick r:id="rId2"/>
              </a:rPr>
              <a:t>https://drive.google.com/file/d/1luJtEcnMZonX66JjEsUUUh2uS-sjmWtB/view?usp=sharing</a:t>
            </a:r>
            <a:endParaRPr lang="en-ZA" u="sng" dirty="0"/>
          </a:p>
          <a:p>
            <a:pPr marL="0" indent="0">
              <a:buNone/>
            </a:pPr>
            <a:endParaRPr lang="en-ZA" dirty="0"/>
          </a:p>
          <a:p>
            <a:r>
              <a:rPr lang="en-ZA" dirty="0"/>
              <a:t>Win: </a:t>
            </a:r>
            <a:r>
              <a:rPr lang="en-ZA" u="sng" dirty="0">
                <a:hlinkClick r:id="rId3"/>
              </a:rPr>
              <a:t>https://drive.google.com/file/d/1DjUeFCdR1iSXgWEmGqvQWimKY45TX40O/view?usp=sharing</a:t>
            </a:r>
            <a:endParaRPr lang="en-ZA" dirty="0"/>
          </a:p>
          <a:p>
            <a:endParaRPr lang="en-ZA" dirty="0"/>
          </a:p>
        </p:txBody>
      </p:sp>
    </p:spTree>
    <p:extLst>
      <p:ext uri="{BB962C8B-B14F-4D97-AF65-F5344CB8AC3E}">
        <p14:creationId xmlns:p14="http://schemas.microsoft.com/office/powerpoint/2010/main" val="28288161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8F67E804A640A4CAACD276F2B1F2A2B" ma:contentTypeVersion="14" ma:contentTypeDescription="Create a new document." ma:contentTypeScope="" ma:versionID="70a1e498764a37cf2b700f81e8bfb747">
  <xsd:schema xmlns:xsd="http://www.w3.org/2001/XMLSchema" xmlns:xs="http://www.w3.org/2001/XMLSchema" xmlns:p="http://schemas.microsoft.com/office/2006/metadata/properties" xmlns:ns3="27243823-3af3-46af-9c66-bec291fb20e6" xmlns:ns4="ba9eaca3-d5b8-4461-9f74-7239cbbe5851" targetNamespace="http://schemas.microsoft.com/office/2006/metadata/properties" ma:root="true" ma:fieldsID="c4af9a8c5e3a97b396034e5a869461fc" ns3:_="" ns4:_="">
    <xsd:import namespace="27243823-3af3-46af-9c66-bec291fb20e6"/>
    <xsd:import namespace="ba9eaca3-d5b8-4461-9f74-7239cbbe5851"/>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243823-3af3-46af-9c66-bec291fb20e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3" nillable="true" ma:displayName="MediaServic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a9eaca3-d5b8-4461-9f74-7239cbbe5851"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9152BB0-A852-44E5-9BA8-8AB94480232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7243823-3af3-46af-9c66-bec291fb20e6"/>
    <ds:schemaRef ds:uri="ba9eaca3-d5b8-4461-9f74-7239cbbe585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4F03F27-7B47-4426-A394-086CA48FD445}">
  <ds:schemaRefs>
    <ds:schemaRef ds:uri="http://schemas.microsoft.com/sharepoint/v3/contenttype/forms"/>
  </ds:schemaRefs>
</ds:datastoreItem>
</file>

<file path=customXml/itemProps3.xml><?xml version="1.0" encoding="utf-8"?>
<ds:datastoreItem xmlns:ds="http://schemas.openxmlformats.org/officeDocument/2006/customXml" ds:itemID="{5844D34C-5CD3-471C-A398-62750109E3E1}">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13</TotalTime>
  <Words>293</Words>
  <Application>Microsoft Office PowerPoint</Application>
  <PresentationFormat>Widescreen</PresentationFormat>
  <Paragraphs>17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AutoThinking</vt:lpstr>
      <vt:lpstr>PowerPoint Presentation</vt:lpstr>
      <vt:lpstr>PowerPoint Presentation</vt:lpstr>
      <vt:lpstr>Level 2</vt:lpstr>
      <vt:lpstr>Level 2</vt:lpstr>
      <vt:lpstr>Level 3</vt:lpstr>
      <vt:lpstr>Level 3</vt:lpstr>
      <vt:lpstr>The following links give access to the 3rd level of the game: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AutoThinking</dc:title>
  <dc:creator>Danial Hooshyar</dc:creator>
  <cp:lastModifiedBy>Schoeman, Marthie</cp:lastModifiedBy>
  <cp:revision>8</cp:revision>
  <dcterms:created xsi:type="dcterms:W3CDTF">2019-12-08T11:37:36Z</dcterms:created>
  <dcterms:modified xsi:type="dcterms:W3CDTF">2022-03-03T10:05:55Z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0x010100F8F67E804A640A4CAACD276F2B1F2A2B</vt:lpwstr>
  </property>
</Properties>
</file>